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Object-Oriented Programming (OOP)</a:t>
            </a:r>
          </a:p>
          <a:p>
            <a:pPr/>
            <a:r>
              <a:t>Bullet Points:</a:t>
            </a:r>
          </a:p>
          <a:p>
            <a:pPr/>
            <a:r>
              <a:t>A paradigm based on the concept of "objects"</a:t>
            </a:r>
          </a:p>
          <a:p>
            <a:pPr/>
            <a:r>
              <a:t>Objects contain data (attributes) and code (methods)</a:t>
            </a:r>
          </a:p>
          <a:p>
            <a:pPr/>
            <a:r>
              <a:t>Improves program modularity and reusability</a:t>
            </a:r>
          </a:p>
          <a:p>
            <a:p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Core Principles of OOP</a:t>
            </a:r>
          </a:p>
          <a:p>
            <a:pPr/>
            <a:r>
              <a:t>Bullet Points:</a:t>
            </a:r>
          </a:p>
          <a:p>
            <a:pPr/>
            <a:r>
              <a:t>Encapsulation**: Bundling data with methods</a:t>
            </a:r>
          </a:p>
          <a:p>
            <a:pPr/>
            <a:r>
              <a:t>Inheritance**: Child classes inherit from parent classes</a:t>
            </a:r>
          </a:p>
          <a:p>
            <a:pPr/>
            <a:r>
              <a:t>Polymorphism**: Dynamic method binding at runtime</a:t>
            </a:r>
          </a:p>
          <a:p>
            <a:pPr/>
            <a:r>
              <a:t>Abstraction**: Hiding complex reality behind simpler interfaces</a:t>
            </a:r>
          </a:p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Encapsulation</a:t>
            </a:r>
          </a:p>
          <a:p>
            <a:pPr/>
            <a:r>
              <a:t>Bullet Points:</a:t>
            </a:r>
          </a:p>
          <a:p>
            <a:pPr/>
            <a:r>
              <a:t>Bundling data with methods to keep it safe from outside interference</a:t>
            </a:r>
          </a:p>
          <a:p>
            <a:pPr/>
            <a:r>
              <a:t>Only necessary details are represented</a:t>
            </a:r>
          </a:p>
          <a:p>
            <a:pPr/>
            <a:r>
              <a:t>Hides complex reality behind simpler interfaces</a:t>
            </a:r>
          </a:p>
          <a:p>
            <a:pPr/>
            <a:r>
              <a:t>Ensures integrity within objects</a:t>
            </a:r>
          </a:p>
          <a:p>
            <a:p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Inheritance</a:t>
            </a:r>
          </a:p>
          <a:p>
            <a:pPr/>
            <a:r>
              <a:t>Bullet Points:</a:t>
            </a:r>
          </a:p>
          <a:p>
            <a:pPr/>
            <a:r>
              <a:t>Mechanism where child classes inherit from parent classes</a:t>
            </a:r>
          </a:p>
          <a:p>
            <a:pPr/>
            <a:r>
              <a:t>Allows for code reuse and creation of specialized child classes</a:t>
            </a:r>
          </a:p>
          <a:p>
            <a:pPr/>
            <a:r>
              <a:t>Retains common functionality while extending or altering behavior</a:t>
            </a:r>
          </a:p>
          <a:p>
            <a:pPr/>
            <a:r>
              <a:t>Enables polymorphism and abstraction</a:t>
            </a:r>
          </a:p>
          <a:p>
            <a:p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Polymorphism</a:t>
            </a:r>
          </a:p>
          <a:p>
            <a:pPr/>
            <a:r>
              <a:t>Bullet Points:</a:t>
            </a:r>
          </a:p>
          <a:p>
            <a:pPr/>
            <a:r>
              <a:t>Ability to present different interfaces with clients</a:t>
            </a:r>
          </a:p>
          <a:p>
            <a:pPr/>
            <a:r>
              <a:t>Dynamic method binding at runtime</a:t>
            </a:r>
          </a:p>
          <a:p>
            <a:pPr/>
            <a:r>
              <a:t>Allows for flexibility and adaptability</a:t>
            </a:r>
          </a:p>
          <a:p>
            <a:pPr/>
            <a:r>
              <a:t>Enables objects to be cast into one another of their subclasses</a:t>
            </a:r>
          </a:p>
          <a:p>
            <a:p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Summary of OOP Principles</a:t>
            </a:r>
          </a:p>
          <a:p>
            <a:pPr/>
            <a:r>
              <a:t>Bullet Points:</a:t>
            </a:r>
          </a:p>
          <a:p>
            <a:pPr/>
            <a:r>
              <a:t>OOP improves program modularity and reusability</a:t>
            </a:r>
          </a:p>
          <a:p>
            <a:pPr/>
            <a:r>
              <a:t>Encapsulation, inheritance, polymorphism, and abstraction are key concepts</a:t>
            </a:r>
          </a:p>
          <a:p>
            <a:pPr/>
            <a:r>
              <a:t>These principles enable developers to create more organized and maintainable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