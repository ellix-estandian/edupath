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Untitled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Untitled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Slide Title: Object-Oriented Programming (OOP)</a:t>
            </a:r>
          </a:p>
          <a:p>
            <a:pPr/>
            <a:r>
              <a:t>Bullet Points:</a:t>
            </a:r>
          </a:p>
          <a:p>
            <a:pPr/>
            <a:r>
              <a:t>Definition: A programming paradigm based on the concept of "objects"</a:t>
            </a:r>
          </a:p>
          <a:p>
            <a:pPr/>
            <a:r>
              <a:t>Objects contain data (attributes) and code (methods)</a:t>
            </a:r>
          </a:p>
          <a:p>
            <a:pPr/>
            <a:r>
              <a:t>Encapsulates data and methods to keep it safe from outside interference</a:t>
            </a:r>
          </a:p>
          <a:p>
            <a:p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Untitled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Slide Title: Key Concepts in OOP</a:t>
            </a:r>
          </a:p>
          <a:p>
            <a:pPr/>
            <a:r>
              <a:t>Bullet Points:</a:t>
            </a:r>
          </a:p>
          <a:p>
            <a:pPr/>
            <a:r>
              <a:t>Encapsulation: Bundling data with methods operating on that data</a:t>
            </a:r>
          </a:p>
          <a:p>
            <a:pPr/>
            <a:r>
              <a:t>Inheritance: Mechanism where one "child" class inherits attributes and behaviors from a parent class</a:t>
            </a:r>
          </a:p>
          <a:p>
            <a:pPr/>
            <a:r>
              <a:t>Polymorphism: Ability to present different interfaces with clients can interact</a:t>
            </a:r>
          </a:p>
          <a:p>
            <a:pPr/>
            <a:r>
              <a:t>Abstraction: Concept where only necessary details about something need to be represented</a:t>
            </a:r>
          </a:p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Untitled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Slide Title: Encapsulation</a:t>
            </a:r>
          </a:p>
          <a:p>
            <a:pPr/>
            <a:r>
              <a:t>Bullet Points:</a:t>
            </a:r>
          </a:p>
          <a:p>
            <a:pPr/>
            <a:r>
              <a:t>Bundling data with methods operating on that data</a:t>
            </a:r>
          </a:p>
          <a:p>
            <a:pPr/>
            <a:r>
              <a:t>Keeps data safe from outside interference</a:t>
            </a:r>
          </a:p>
          <a:p>
            <a:pPr/>
            <a:r>
              <a:t>Ensures integrity within objects</a:t>
            </a:r>
          </a:p>
          <a:p>
            <a:pPr/>
            <a:r>
              <a:t>Hides properties and ensures they can only be manipulated through defined functions or methods</a:t>
            </a:r>
          </a:p>
          <a:p>
            <a:p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Untitled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