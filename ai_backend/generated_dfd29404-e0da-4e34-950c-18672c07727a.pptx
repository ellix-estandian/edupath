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Untitled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Untitled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Title: "Understanding OOP: A Paradigm for Modular and Reusable Code"</a:t>
            </a:r>
          </a:p>
          <a:p>
            <a:pPr/>
            <a:r>
              <a:t>Bullet Points:</a:t>
            </a:r>
          </a:p>
          <a:p>
            <a:pPr/>
            <a:r>
              <a:t>OOP is a programming paradigm based on the concept of objects</a:t>
            </a:r>
          </a:p>
          <a:p>
            <a:pPr/>
            <a:r>
              <a:t>Objects contain data (attributes) and code (methods)</a:t>
            </a:r>
          </a:p>
          <a:p>
            <a:pPr/>
            <a:r>
              <a:t>OOP enables modular and reusable code</a:t>
            </a:r>
          </a:p>
          <a:p>
            <a:p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Untitled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Title: "Core Principles of OOP"</a:t>
            </a:r>
          </a:p>
          <a:p>
            <a:pPr/>
            <a:r>
              <a:t>Bullet Points:</a:t>
            </a:r>
          </a:p>
          <a:p>
            <a:pPr/>
            <a:r>
              <a:t>Encapsulation: bundling data with methods</a:t>
            </a:r>
          </a:p>
          <a:p>
            <a:pPr/>
            <a:r>
              <a:t>Inheritance: code reuse through parent-child relationships</a:t>
            </a:r>
          </a:p>
          <a:p>
            <a:pPr/>
            <a:r>
              <a:t>Polymorphism: dynamic method binding and interface variation</a:t>
            </a:r>
          </a:p>
          <a:p>
            <a:pPr/>
            <a:r>
              <a:t>Abstraction: hiding complex reality behind simpler interfaces</a:t>
            </a:r>
          </a:p>
          <a:p>
            <a:p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Untitled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Title: "Protecting Data with Methods"</a:t>
            </a:r>
          </a:p>
          <a:p>
            <a:pPr/>
            <a:r>
              <a:t>Bullet Points:</a:t>
            </a:r>
          </a:p>
          <a:p>
            <a:pPr/>
            <a:r>
              <a:t>Bundling data with methods to keep it safe from outside interference</a:t>
            </a:r>
          </a:p>
          <a:p>
            <a:pPr/>
            <a:r>
              <a:t>Only necessary details about an object need to be represented</a:t>
            </a:r>
          </a:p>
          <a:p>
            <a:pPr/>
            <a:r>
              <a:t>Hiding more complex reality behind simpler interfaces</a:t>
            </a:r>
          </a:p>
          <a:p>
            <a:p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Untitled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Title: "Code Reuse through Parent-Child Relationships"</a:t>
            </a:r>
          </a:p>
          <a:p>
            <a:pPr/>
            <a:r>
              <a:t>Bullet Points:</a:t>
            </a:r>
          </a:p>
          <a:p>
            <a:pPr/>
            <a:r>
              <a:t>One "child" class inherits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