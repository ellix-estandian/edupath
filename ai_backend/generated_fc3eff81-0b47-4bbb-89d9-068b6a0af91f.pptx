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EduPath: A Mobile and Web-Based RAG-Powered Lecture and Assessment Generation System</a:t>
            </a:r>
          </a:p>
          <a:p>
            <a:pPr/>
            <a:r>
              <a:t>Bullet Points:</a:t>
            </a:r>
          </a:p>
          <a:p>
            <a:pPr/>
            <a:r>
              <a:t>Edupath is a mobile and web-based educational platform for CICS professors and students</a:t>
            </a:r>
          </a:p>
          <a:p>
            <a:pPr/>
            <a:r>
              <a:t>Uses Retrieval-Augmented Generation (RAG) to create lectures and assessments</a:t>
            </a:r>
          </a:p>
          <a:p>
            <a:pPr/>
            <a:r>
              <a:t>Improves teaching efficiency, learning accessibility, and self-directed learning</a:t>
            </a:r>
          </a:p>
          <a:p>
            <a:p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Key Features of EduPath</a:t>
            </a:r>
          </a:p>
          <a:p>
            <a:pPr/>
            <a:r>
              <a:t>Bullet Points:</a:t>
            </a:r>
          </a:p>
          <a:p>
            <a:pPr/>
            <a:r>
              <a:t>Mobile and web access</a:t>
            </a:r>
          </a:p>
          <a:p>
            <a:pPr/>
            <a:r>
              <a:t>User accounts and cloud storage</a:t>
            </a:r>
          </a:p>
          <a:p>
            <a:pPr/>
            <a:r>
              <a:t>PDF export</a:t>
            </a:r>
          </a:p>
          <a:p>
            <a:pPr/>
            <a:r>
              <a:t>AI academic assistant with Misconception Analysis</a:t>
            </a:r>
          </a:p>
          <a:p>
            <a:pPr/>
            <a:r>
              <a:t>Suggests lesson sequences and prerequisite topics</a:t>
            </a:r>
          </a:p>
          <a:p>
            <a:p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AI Features of EduPath</a:t>
            </a:r>
          </a:p>
          <a:p>
            <a:pPr/>
            <a:r>
              <a:t>Bullet Points:</a:t>
            </a:r>
          </a:p>
          <a:p>
            <a:pPr/>
            <a:r>
              <a:t>RAG-Based Lecture and Assessment Generator</a:t>
            </a:r>
          </a:p>
          <a:p>
            <a:pPr/>
            <a:r>
              <a:t>Detects possible misconceptions and provides adaptive explanations</a:t>
            </a:r>
          </a:p>
          <a:p>
            <a:pPr/>
            <a:r>
              <a:t>Answers questions using only instructor-approved materials</a:t>
            </a:r>
          </a:p>
          <a:p>
            <a:pPr/>
            <a:r>
              <a:t>Provides accurate, context-based responses</a:t>
            </a:r>
          </a:p>
          <a:p>
            <a:p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Importance of EduPath</a:t>
            </a:r>
          </a:p>
          <a:p>
            <a:pPr/>
            <a:r>
              <a:t>Bullet Points:</a:t>
            </a:r>
          </a:p>
          <a:p>
            <a:pPr/>
            <a:r>
              <a:t>Improves teaching efficiency</a:t>
            </a:r>
          </a:p>
          <a:p>
            <a:pPr/>
            <a:r>
              <a:t>Enhances learning accessibility</a:t>
            </a:r>
          </a:p>
          <a:p>
            <a:pPr/>
            <a:r>
              <a:t>Supports self-directed learning</a:t>
            </a:r>
          </a:p>
          <a:p>
            <a:pPr/>
            <a:r>
              <a:t>Automates content generation and provides accurate assistance</a:t>
            </a:r>
          </a:p>
          <a:p>
            <a:pPr/>
            <a:r>
              <a:t>Improves student understanding and review efficiency</a:t>
            </a:r>
          </a:p>
          <a:p>
            <a:p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Similarities with Previous Studies/Systems</a:t>
            </a:r>
          </a:p>
          <a:p>
            <a:pPr/>
            <a:r>
              <a:t>Bullet Points:</a:t>
            </a:r>
          </a:p>
          <a:p>
            <a:pPr/>
            <a:r>
              <a:t>Gamma – AI-generated presentations and documents</a:t>
            </a:r>
          </a:p>
          <a:p>
            <a:pPr/>
            <a:r>
              <a:t>NotebookLM – Uses uploaded files as the knowledge source</a:t>
            </a:r>
          </a:p>
          <a:p>
            <a:pPr/>
            <a:r>
              <a:t>ChatPDF – Natural language interaction with documents</a:t>
            </a:r>
          </a:p>
          <a:p>
            <a:pPr/>
            <a:r>
              <a:t>Quizlet – Generates study materials and quizzes</a:t>
            </a:r>
          </a:p>
          <a:p>
            <a:pPr/>
            <a:r>
              <a:t>Khanmigo – Provides AI-assisted educational support</a:t>
            </a:r>
          </a:p>
          <a:p>
            <a:p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Title: Conclusion</a:t>
            </a:r>
          </a:p>
          <a:p>
            <a:pPr/>
            <a:r>
              <a:t>Bullet Points:</a:t>
            </a:r>
          </a:p>
          <a:p>
            <a:pPr/>
            <a:r>
              <a:t>EduPath is a mobile and web-based RAG-powered lecture and assessment generation system</a:t>
            </a:r>
          </a:p>
          <a:p>
            <a:pPr/>
            <a:r>
              <a:t>Improves teaching efficiency, learning accessibility, and self-directed learning</a:t>
            </a:r>
          </a:p>
          <a:p>
            <a:pPr/>
            <a:r>
              <a:t>Supports student understanding and review efficiency</a:t>
            </a:r>
          </a:p>
          <a:p>
            <a:pPr/>
            <a:r>
              <a:t>Provides accurate, context-based responses and adaptive explanations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